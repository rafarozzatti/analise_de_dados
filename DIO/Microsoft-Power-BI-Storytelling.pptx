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8" r:id="rId6"/>
    <p:sldId id="259" r:id="rId7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para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6319547"/>
                  </p:ext>
                </p:extLst>
              </p:nvPr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para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2099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para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18997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67dbb672-69e6-4d96-8068-81f8c28c75f5}">
  <we:reference id="WA200003233" version="2.0.0.3" store="pt-BR" storeType="OMEX"/>
  <we:alternateReferences/>
  <we:properties>
    <we:property name="Microsoft.Office.CampaignId" value="&quot;none&quot;"/>
    <we:property name="reportUrl" value="&quot;/groups/me/reports/3698568e-55f8-4035-ac15-8031fc71b9ec/d53d9dcff25a5c139471?bookmarkGuid=c1224038-47f8-4fa1-ab45-7beb581cb76a&amp;bookmarkUsage=1&amp;ctid=fdc2ef3d-a3d1-4058-a908-011c1171e616&amp;fromEntryPoint=export&quot;"/>
    <we:property name="reportState" value="&quot;CONNECTED&quot;"/>
    <we:property name="artifactViewState" value="&quot;live&quot;"/>
    <we:property name="reportEmbeddedTime" value="&quot;2026-04-07T17:05:49.936Z&quot;"/>
    <we:property name="creatorSessionId" value="&quot;d6ceaa7b-bfcf-4033-b4ea-a0e5229f0f73&quot;"/>
    <we:property name="creatorUserId" value="&quot;10032000432928CB&quot;"/>
    <we:property name="creatorTenantId" value="&quot;fdc2ef3d-a3d1-4058-a908-011c1171e616&quot;"/>
    <we:property name="pageDisplayName" value="&quot;Página 1&quot;"/>
    <we:property name="pageName" value="&quot;d53d9dcff25a5c139471&quot;"/>
    <we:property name="reportName" value="&quot;financials&quot;"/>
    <we:property name="isVisualContainerHeaderHidden" value="false"/>
    <we:property name="isFiltersActionButtonVisible" value="true"/>
    <we:property name="initialStateBookmark" value="&quot;H4sIAAAAAAAAA+1Y204jORD9FdQvvCSorwnhjasWATOIIPZhhUZuu7rjkdPucbtZMig/tL+xP7ZluzuQkBCGZRdtdqREcpfL5bqcKpf94DFelYJMPpExeHveacE4JUyqrcDreIUjHnz+fHaxf3X25dP+xTGSZam5LCpv78HTROWgb3hVE2FEIPG3245HhLgkufnKiKig45WgKlkQwb+DY8YprWqYdjy4L4VUxIgcaqLBiL1DdvzGvYOdCHckVPM7GALVjsqSiA0YzbIwIQkNokHcN/pWjsFqtpTFiLbbH8pCE17gNoZG+jQOSMAg7EdZ1k+iEAaGnnGhG5Z0cnxfKrQObZ6UxiuHqGsuFbpLeNYKBZVT+sE7lKIe29HxHH0oa0XhCjI7VWiuJygp4wUpKDdOmaJDLpVEd9kZHLKaakseyd8PFeCmzNvzp52ZHvvsDlcjdVGJ/TxXkBPdfB7/IxoOiQBHPKmLJjz+c3VvkVLxIhdN+B8jce2sKDkcjojSBl7pV4yj8ToukoqBOphYxx9x1SIg7Czo/ZHGTm9bhCLv1ycYbCDitH9/TNxOzVRCsmzQo0kQBBniPe7vBuwneF8dz61L9AIsBDV4A4IJ8v43ILzK5I/FcUp6/TQJemHSG2Rp5PtJSNbi+OPx84ri1/lX024I+RiKN6bdLxwUUXQ0OYc7EM+Vmc0/n2pVuCGKu9PcKv5Gg5p+ZCbMm7PxyPQJhu2JPs34W83JFoMtRjRxohpTvP1CvuiUl4KzyX65+POPaolj1hY8KuoKMxOYQ+7S2re+nGyyZxvEbbaRDXxcEY9SIAMS9yK/z4KU0LRH4rcX8U12289q9L7VqBLY06i5+uONAW+nZpADXvXMIgRd6RTkUD0Cc350094+sUU7UXJslzWmmmDMvHEuMTrGymuSCviSBQBAo7TLGGXdOMui7m4YRt0e3Y2Zn0QRCQGXO4V90239OsL62XRVePNuu5XThTagen3j1YYTFV3oCxzgcNMbImp7UUeZ51w7xzw4MvKFfhCfW86V85GdNxlv/kamieMS70LBjporPdikXyoRF4PmY9g2W3eDsOsH176/Z3/bnq0rY8nWSdk+IBWnlt+qVIFoW+1nelUaE0sPLZ6Glm+NcPuM0YierjrXZo7d7Az9f51qHY8SOgJ2YsvDkXstO9UwdoHm9q5dUdztlLk2flyiHlXb1LdfZ7wwhczskOkf7/ffUmqWFoCOd8XzkV6B8za5bdLNPw2aKc+EffNMjlebHHumlmBlIEXVvlC6yCsp7KhNe2QTBjxu9lsNaoIWWY5HuO4Ye3ZmQN1ZAsMdozQK4xW6S5CyMgegeStFEgPrnDOY/MCR8P4Otdpd8qJoVTOw+BsW22RbYfL8PsikpLShbJ3RVt2iFgKTdcQFU1A0yTnPsuZAM7tdyxzPhCdmvVpGvELGbXNkhKRPaBDiP/aTIGA0imx4XuxqNNzrVN7PX6sarC5rdGStq5JQuCQFLDuPDY4ZsNeedh2jDUewrFlgDJ2djtPpXxplbYhWGAAA&quot;"/>
    <we:property name="bookmark" value="&quot;H4sIAAAAAAAAA+1Y3W7rNgx+lcI3vUkK/yZN73r6gxWnG4qTorsYioGWaEcHiu0jyV2zIi+019iLjZLttGmTpu26FcsOkAC2RFEfyY8U5TuPC11JmP0EU/QOvLOCCwa8VDuB1/OKZnAfAsaHoyDBYZZkSbgPSUizZWVEWWjv4M4zoHI0V0LXIK0mGvzluueBlBeQ27cMpMaeV6HSZQFS/I6NME0ZVeO85+FtJUsFVuXYgEGr9obE6Z0gBHsR7QjMiBscIzPNKE8iPuIsy8IEEhZEo3hoYetGwCFbKWJVu+2PysKAKGgbOwZDFgcQcAyHUZYNkyjEkR3PhDStSDo7ua0UWUc2zyrrnCPCmpeKvCY9Z4VC3YC+845KWU/d08nS+LisFcMvmLmpwggzI02ZKKBgwjplTg65UCW5y83QI6+ZccOT8rcjhbQp9w78eW+B45Df0GoafQziMM8V5mDa15N/BOEYJDaDp3XRhsd/CveaRrQoctmG/z4Sl40VlcCjCShj6ZV+pThar9OiUnFUn2bO8cdCdQwIe49wf6Sx8+uOoST79QEHW4o06N+fE9dzO5VAlo0GLAmCICO+x8P9gH8n74vjuXNBXsBHQQ3ewGAg2f8GhdeZ/LE8TmEwTJNgECaDUZZGvp+EsJHHH8+fFxS/3r+admPMp1i8Me1+EKhAscnsHG9QPgWzmH861UG4AiWa09wBf6NBbVuyUOYt2Xhs+wQr9gBP+/ytFrDDcYeDgUZVa4p3WJTPOuW54GyzX3788w+9wjEbCx6TtabMRN4wd2Xt21xOttmzLeO228iWPk0Rj1KEEcSDyB/yIAWWDiB+exHfZrd9r0bvW420pJ5GLdUfb4p0O7UPOdJVzy4i0lUNQIH6npjLT1fd7ZNatFNVTt2y1lQbjIU3zkuKjrXyElKJv2YBIrIo7XPOeD/Osqi/H4ZRf8D2Y+4nUQQh0vIGsG+7rZ8nVD/broou4F23cvaoDdAvb7y6cBLQR31BQzja9Apk7S7qpPNcmMYxd80wyYV+EJ87ybXzkZu3GW//VqeN4wrvYsGP2ys9uqRfqZEWoxFT3LVb94Ow7weXvn/gfrueqyvTkm/SsvsJtGBO3kHSKLtW+wkubSixzNjxaezkNih3nzFa1fN159rCsdudof+vU63nMWAT5KeuPBw3H83ODE6bQAt319aMdjvjTRs/rQiH7pr67u2zKGwhsztk5vX9/ltKzcoC0PO+iHxi1vC8S26XdMtfCO2UZ8O+fSbH602OPVtLqDJAobsvlE3kVSndU5f2JCYteZrZbzWqGVnkJO7pumft2VsQdW8FDfcsaFImNLlLQqXtAWi/ldIQR+eczzh7xZHw/g516C5EUXTQLC3+hsUu2daYvLwPCamydKHsnNFV3aKWkpJ1IiRXWLTJuSyy4UCzu12WOZ0JD8x6sY54jY7r9sgIYQgsCOkf+0kQcBZFLjzPdjUGb01a3i5fq1qurmp0ytroChheQIGrzmPLY478VafdfP4X7qsGXi0YAAA=&quot;"/>
    <we:property name="datasetId" value="&quot;708126f0-d4cd-4f53-817f-75e9c6556288&quot;"/>
    <we:property name="embedUrl" value="&quot;/reportEmbed?reportId=3698568e-55f8-4035-ac15-8031fc71b9ec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1e0e1b6-b900-4f76-943b-bda263b7167c}">
  <we:reference id="WA200003233" version="2.0.0.3" store="pt-BR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XyW7bMBD9FYNno7Bkrb05josWWRG3uRRGMSJHDgOGUinKtRv4h/ob/bGSlLLVjh0UQWOkPYkcjmZ5bzgkrwnjVSlgcQxXSN6SD5JxCqxQHY90iWyEeycnB0eDs4Mvx4OjkREXpeaFrMjba6JBTVGf86oGYU0Y4edJl4AQpzC1sxxEhV1SoqoKCYJ/x0bZLGlV47JLcF6KQoE1Odag0ZqdGXUzN769N33jEajmMxwj1Y00ST0/xCxmSZb1gixPQkiNWtUouMjWqljTzv2wkBq4NG6sLMiDmIasj1GUQJLEoZfmVl5xORVtwHf/flyUFhWNc50Vc4tHdmkcW0vLpUnI8/00zvI4SWgS50Gf9VLnOedCtw6zxWheKoOVQbCxNmAzkBQZcYAorJr8r8lgOlU4Bd1ORw8Wh4Wor9bIx0WtKJ6hy2IkNdcL4yPn0vjgFnwb56kqDC1uZQwCG+G7WrYg9+z0ovg2VGhYYVYwMZKNmFBQrF16AIuZKIZqb+FS3ufqhkm/+1vkL5muyc+IsjzsZcyPqBdBQlmYMxrtOH2fJNdVZ1wI9u9wuCnnhsggCn0ExnyWY9L3kCUQbiVyaHCaFso0QbHC5XOFPixqqdWCrJLT3ZGCMsOc62coppLj8AKU3ulSeizb5eTm5DEal/fOlrZImvCfvyom7hgJvF7Kkl5IIer51EujiMKO96Gnls0Tyvw9RwWKXiwOcYZiNbTb9dWlm4DOQfHmWuHS+MP02ovRrTHyION9e2Gxavfiacdfaw4dhh0GGhpTbSpkIIuNe39TD3rNuBz9/FGtAWb7iSXqymwJZE0dr2042/fxa0a2rbjXnWRbPk33ZJFpnDlNI9+L+0EWY5wF/w//v/sYeMK23Kl7wKPPgpe7BrhavkOMXKF5b9tBUeuqBIqnINH5LxsTHJ2eKRuQzBLlxsp+D7lho+HpHERtKXKvc+KcGOp4JnDLD/bNTlxYLrpfuNzMTD8QAAA=&quot;"/>
    <we:property name="creatorSessionId" value="&quot;61872840-b51f-448f-a331-efd2a68ea154&quot;"/>
    <we:property name="creatorTenantId" value="&quot;fdc2ef3d-a3d1-4058-a908-011c1171e616&quot;"/>
    <we:property name="creatorUserId" value="&quot;10032000432928CB&quot;"/>
    <we:property name="datasetId" value="&quot;708126f0-d4cd-4f53-817f-75e9c6556288&quot;"/>
    <we:property name="embedUrl" value="&quot;/reportEmbed?reportId=3698568e-55f8-4035-ac15-8031fc71b9ec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initialStateBookmark" value="&quot;H4sIAAAAAAAAA+1XyW7bMBD9FYNno7Bkrb05josWWRG3uRRGMSJHDgOGUinKtRv4h/ob/bGSlLLVjh0UQWOkPYkcjmZ5bzgkrwnjVSlgcQxXSN6SD5JxCqxQHY90iWyEeycnB0eDs4Mvx4OjkREXpeaFrMjba6JBTVGf86oGYU0Y4edJl4AQpzC1sxxEhV1SoqoKCYJ/x0bZLGlV47JLcF6KQoE1Odag0ZqdGXUzN769N33jEajmMxwj1Y00ST0/xCxmSZb1gixPQkiNWtUouMjWqljTzv2wkBq4NG6sLMiDmIasj1GUQJLEoZfmVl5xORVtwHf/flyUFhWNc50Vc4tHdmkcW0vLpUnI8/00zvI4SWgS50Gf9VLnOedCtw6zxWheKoOVQbCxNmAzkBQZcYAorJr8r8lgOlU4Bd1ORw8Wh4Wor9bIx0WtKJ6hy2IkNdcL4yPn0vjgFnwb56kqDC1uZQwCG+G7WrYg9+z0ovg2VGhYYVYwMZKNmFBQrF16AIuZKIZqb+FS3ufqhkm/+1vkL5muyc+IsjzsZcyPqBdBQlmYMxrtOH2fJNdVZ1wI9u9wuCnnhsggCn0ExnyWY9L3kCUQbiVyaHCaFso0QbHC5XOFPixqqdWCrJLT3ZGCMsOc62coppLj8AKU3ulSeizb5eTm5DEal/fOlrZImvCfvyom7hgJvF7Kkl5IIer51EujiMKO96Gnls0Tyvw9RwWKXiwOcYZiNbTb9dWlm4DOQfHmWuHS+MP02ovRrTHyION9e2Gxavfiacdfaw4dhh0GGhpTbSpkIIuNe39TD3rNuBz9/FGtAWb7iSXqymwJZE0dr2042/fxa0a2rbjXnWRbPk33ZJFpnDlNI9+L+0EWY5wF/w//v/sYeMK23Kl7wKPPgpe7BrhavkOMXKF5b9tBUeuqBIqnINH5LxsTHJ2eKRuQzBLlxsp+D7lho+HpHERtKXKvc+KcGOp4JnDLD/bNTlxYLrpfuNzMTD8QAAA=&quot;"/>
    <we:property name="isFiltersActionButtonVisible" value="true"/>
    <we:property name="isVisualContainerHeaderHidden" value="false"/>
    <we:property name="pageDisplayName" value="&quot;Página 2&quot;"/>
    <we:property name="pageName" value="&quot;89125eb7d8bb04bf85a9&quot;"/>
    <we:property name="reportEmbeddedTime" value="&quot;2026-04-07T17:05:56.403Z&quot;"/>
    <we:property name="reportName" value="&quot;financials&quot;"/>
    <we:property name="reportState" value="&quot;CONNECTED&quot;"/>
    <we:property name="reportUrl" value="&quot;/groups/me/reports/3698568e-55f8-4035-ac15-8031fc71b9ec/89125eb7d8bb04bf85a9?bookmarkGuid=fe9a498f-a01a-48d1-a662-c696c74156f6&amp;bookmarkUsage=1&amp;ctid=fdc2ef3d-a3d1-4058-a908-011c1171e616&amp;fromEntryPoint=export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cef4e1d-d859-4956-b3b0-a4739a7040de}">
  <we:reference id="WA200003233" version="2.0.0.3" store="pt-BR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WXW+bMBT9K5WfowkISSBvKcukqWsbNWtfpmi64At15djImCxZxH/ftUnXNprWPeyj2sYL9vHlnnOvD+A946KpJewuYI1syt4qLgrg2pyEbMBUD55eXp6dz67OPl7MzucE69oKrRo23TMLpkJ7I5oWpEtB4IfVgIGUC6jcrATZ4IDVaBqtQIrP2AfTkjUtdgOG21pqAy7l0oJFl3ZD4TQn7vDVkBihsGKDSyxsj475ZBzgOAmLCUQ8gjyPYwpr+gCv7JshLrWnz7SyIBTROIyXk1EcJaOyDCYR4LAYYerwUkh7CMl3821tqDqqeVe7rmSktdKG2iWZr8Jg04ves0zLdu1H8yf4UremwCss/ZKywu4oUykUqEK4pnTUkIXR1C6/kulWWbPz8K3+lBkkUs6mQTf4qmPGN/Q0occiZlVlsAJ7mM5/icIlSOzBN606bE/wcuVeK2Gbk6WW/HnNK0IaoSp5sOyDe973payhdm9Dfke2cybp7o1KhHePrHhwys675+dbY9W5pQD5KC9zKNNxkkI8jJMw/u/hH1JIw1LYv84QacrTKCqDuAjjIJ5AGr6Mj9oSqzUq+y8YohaY3YKxx67QhqM57ff/tTD3/7VocCT8j1bbrX6nfR9c0ds3LpK8xByToBgDz5NwGHj7frffFrc219un7fbXY4StkU4tbqBb29RQ4AIU+mrqXpBAH0fWA8XdXvuxcfd3gt6envoGZOtY/RmHeRJSI3KJzzzgTj7My3K1dl8AhAQ/4IUJAAA=&quot;"/>
    <we:property name="creatorSessionId" value="&quot;a92fc7ca-fb42-4671-a504-235224573a87&quot;"/>
    <we:property name="creatorTenantId" value="&quot;fdc2ef3d-a3d1-4058-a908-011c1171e616&quot;"/>
    <we:property name="creatorUserId" value="&quot;10032000432928CB&quot;"/>
    <we:property name="datasetId" value="&quot;708126f0-d4cd-4f53-817f-75e9c6556288&quot;"/>
    <we:property name="embedUrl" value="&quot;/reportEmbed?reportId=3698568e-55f8-4035-ac15-8031fc71b9ec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initialStateBookmark" value="&quot;H4sIAAAAAAAAA+1WXW+bMBT9K5WfowkISSBvKcukqWsbNWtfpmi64At15djImCxZxH/ftUnXNprWPeyj2sYL9vHlnnOvD+A946KpJewuYI1syt4qLgrg2pyEbMBUD55eXp6dz67OPl7MzucE69oKrRo23TMLpkJ7I5oWpEtB4IfVgIGUC6jcrATZ4IDVaBqtQIrP2AfTkjUtdgOG21pqAy7l0oJFl3ZD4TQn7vDVkBihsGKDSyxsj475ZBzgOAmLCUQ8gjyPYwpr+gCv7JshLrWnz7SyIBTROIyXk1EcJaOyDCYR4LAYYerwUkh7CMl3821tqDqqeVe7rmSktdKG2iWZr8Jg04ves0zLdu1H8yf4UremwCss/ZKywu4oUykUqEK4pnTUkIXR1C6/kulWWbPz8K3+lBkkUs6mQTf4qmPGN/Q0occiZlVlsAJ7mM5/icIlSOzBN606bE/wcuVeK2Gbk6WW/HnNK0IaoSp5sOyDe973payhdm9Dfke2cybp7o1KhHePrHhwys675+dbY9W5pQD5KC9zKNNxkkI8jJMw/u/hH1JIw1LYv84QacrTKCqDuAjjIJ5AGr6Mj9oSqzUq+y8YohaY3YKxx67QhqM57ff/tTD3/7VocCT8j1bbrX6nfR9c0ds3LpK8xByToBgDz5NwGHj7frffFrc219un7fbXY4StkU4tbqBb29RQ4AIU+mrqXpBAH0fWA8XdXvuxcfd3gt6envoGZOtY/RmHeRJSI3KJzzzgTj7My3K1dl8AhAQ/4IUJAAA=&quot;"/>
    <we:property name="isFiltersActionButtonVisible" value="true"/>
    <we:property name="isVisualContainerHeaderHidden" value="false"/>
    <we:property name="pageDisplayName" value="&quot;Página 3&quot;"/>
    <we:property name="pageName" value="&quot;6d760e681c7a2d2abb44&quot;"/>
    <we:property name="reportEmbeddedTime" value="&quot;2026-04-07T17:07:02.746Z&quot;"/>
    <we:property name="reportName" value="&quot;financials&quot;"/>
    <we:property name="reportState" value="&quot;CONNECTED&quot;"/>
    <we:property name="reportUrl" value="&quot;/groups/me/reports/3698568e-55f8-4035-ac15-8031fc71b9ec/6d760e681c7a2d2abb44?bookmarkGuid=b7385702-c2db-41c5-ba7e-efe85fdb83b6&amp;bookmarkUsage=1&amp;ctid=fdc2ef3d-a3d1-4058-a908-011c1171e616&amp;fromEntryPoint=export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9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 Light</vt:lpstr>
      <vt:lpstr>Office Theme</vt:lpstr>
      <vt:lpstr>Microsoft Power BI</vt:lpstr>
      <vt:lpstr>Microsoft Power BI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RAFAEL PIRES ROZZATTI</cp:lastModifiedBy>
  <cp:revision>3</cp:revision>
  <dcterms:created xsi:type="dcterms:W3CDTF">2018-06-07T21:39:02Z</dcterms:created>
  <dcterms:modified xsi:type="dcterms:W3CDTF">2026-04-07T17:09:56Z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